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2BF32B-BEC7-49BA-A1A2-29D75D42F3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6107F46-136A-48B3-B475-A529D69EAD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C7CBB96-B1BD-42D9-AEE6-C5BCCFE785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E2EF180-6349-4AAE-9D10-C87F693884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6ACFBFA-55E0-408B-98A2-7286FBC45A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73A4FFC-3CCD-4290-AC6A-8A4CEAEFFA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BB5FFD6-7D10-4521-B65E-6DF549E1C1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989DB38-DD56-48F8-BB0F-C7A7F3B5BA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84DE668-0B7B-4752-8B18-57D42C0929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46663DB-7D21-4A14-BB3E-299D731A31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262F38B-B8FD-4B6B-B4F2-A19426E1C9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047EF93D-F28F-47B2-853F-44E6B66543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AD6153-DE1F-4400-B182-D27FAB7408D8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3E8152-A25D-410C-AC90-5C4F85457D96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A6CE31-7C9C-4E70-8F9E-39476D6CD04A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B3ED85-1B52-4DE6-BA94-ECB95E68B6DC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64E5A8-BD2F-4E40-9265-8AC78B5F7F49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53F849-E073-438F-A5F3-978FBDA72406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445AE4-E22A-4E9D-B499-C1F1BAA1A75D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595D81-3BBD-42D4-BB86-E05CBD04E69C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87AEC9-A386-4CFE-B34A-46178721F9A9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5FC80C-2376-4AFD-A936-182312457BE1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2D6EB5-B3DD-4C42-86E1-CC42C4B289DF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7F5ED6-CA9C-4AE0-AA59-AB6010D7A083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6000" spc="-1" strike="noStrike">
                <a:solidFill>
                  <a:schemeClr val="dk1"/>
                </a:solidFill>
                <a:latin typeface="Calibri Light"/>
              </a:rPr>
              <a:t>Programação Orientada a Objetos 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Um estudo sobre interfaces gráficas em Java Swing</a:t>
            </a:r>
            <a:br>
              <a:rPr sz="2400"/>
            </a:b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Aplicação no Discord</a:t>
            </a:r>
            <a:br>
              <a:rPr sz="2400"/>
            </a:b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Integrante: Fernanda Daga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400" spc="-1" strike="noStrike">
                <a:solidFill>
                  <a:schemeClr val="dk1"/>
                </a:solidFill>
                <a:latin typeface="Calibri Light"/>
              </a:rPr>
              <a:t>Objetivo e Tecnologias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800" spc="-1" strike="noStrike">
                <a:solidFill>
                  <a:schemeClr val="dk1"/>
                </a:solidFill>
                <a:latin typeface="Calibri"/>
              </a:rPr>
              <a:t>Objetivo:</a:t>
            </a:r>
            <a:br>
              <a:rPr sz="2800"/>
            </a:b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Criar uma interface gráfica inspirada no Discord, usando POO e persistência de dados.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800" spc="-1" strike="noStrike">
                <a:solidFill>
                  <a:schemeClr val="dk1"/>
                </a:solidFill>
                <a:latin typeface="Calibri"/>
              </a:rPr>
              <a:t>Tecnologias: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Java 17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Swing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Gson (JSON)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Maven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400" spc="-1" strike="noStrike">
                <a:solidFill>
                  <a:schemeClr val="dk1"/>
                </a:solidFill>
                <a:latin typeface="Calibri Light"/>
              </a:rPr>
              <a:t>Estrutura da Aplicação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</a:rPr>
              <a:t>Classes principais: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DiscordApp – Interface gráfica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AppState – Estado da aplicação + persistência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Server – Servidor, canais e mensagens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800" spc="-1" strike="noStrike">
                <a:solidFill>
                  <a:schemeClr val="dk1"/>
                </a:solidFill>
                <a:latin typeface="Calibri"/>
              </a:rPr>
              <a:t>Componentes usados: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Jtree (servidores e canais)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JTable (mensagens)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Menus, diálogos e botões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400" spc="-1" strike="noStrike">
                <a:solidFill>
                  <a:schemeClr val="dk1"/>
                </a:solidFill>
                <a:latin typeface="Calibri Light"/>
              </a:rPr>
              <a:t>Funcionalidades (5 Tarefas)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1- Selecionar servidor e canal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2- Exibir mensagens do canal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3- Enviar mensagens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4- Editar nome do perfil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5- Salvar/Carregar dados em JSON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400" spc="-1" strike="noStrike">
                <a:solidFill>
                  <a:schemeClr val="dk1"/>
                </a:solidFill>
                <a:latin typeface="Calibri Light"/>
              </a:rPr>
              <a:t>Códigos Principais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4520" cy="48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Carregar/Salvar: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AppState.load();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appState.save();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Atualizar mensagens: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model.addRow(new Object[]{msg});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Selecionar canal: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appState.setCurrent(server, channel);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Enviar mensagem: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appState.addMessage(profile + ": " + text);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400" spc="-1" strike="noStrike">
                <a:solidFill>
                  <a:schemeClr val="dk1"/>
                </a:solidFill>
                <a:latin typeface="Calibri Light"/>
              </a:rPr>
              <a:t>Demonstração e Encerramento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75280" y="169020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FUNCIONALIDADE 1 — Navegação entre Servidores e Canais (Jtree)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O usuário pode selecionar um servidor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e um canal através da árvore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lateral (JTree).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6826680" y="2341800"/>
            <a:ext cx="3275640" cy="301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FUNCIONALIDADE 2 — Envio de Mensagens no Canal Selecionado 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73920" y="173520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O usuário pode digitar uma mensagem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no campo inferior e clicar em Enviar.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A mensagem aparece imediatamente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na tabela de mensagens (JTable).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Cada canal mantém seu próprio histórico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independente.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7235640" y="1829520"/>
            <a:ext cx="4022280" cy="282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FUNCIONALIDADE 3 — Persistência de Dados em JSON (Gson) 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73920" y="173520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A aplicação salva automaticamente: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mensagens enviadas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servidor e canal selecionados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nome do perfil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6431400" y="1890720"/>
            <a:ext cx="5420520" cy="3322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4400" spc="-1" strike="noStrike">
                <a:solidFill>
                  <a:schemeClr val="dk1"/>
                </a:solidFill>
                <a:latin typeface="Calibri"/>
              </a:rPr>
              <a:t>FUNCIONALIDADE 4 — Edição do Perfil pelo Menu "Editar" → "Editar Perfil" 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756000" y="169020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56000" y="2026440"/>
            <a:ext cx="10854000" cy="348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O usuário pode alterar o nome do perfil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através do menu superior.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O nome atualizado passa a aparecer nas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mensagens enviadas.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O novo nome também é salvo no arquivo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JSON automaticamente.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7462800" y="2160000"/>
            <a:ext cx="4147200" cy="33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4400" spc="-1" strike="noStrike">
                <a:solidFill>
                  <a:schemeClr val="dk1"/>
                </a:solidFill>
                <a:latin typeface="Calibri"/>
              </a:rPr>
              <a:t>FUNCIONALIDADE 5 — Menu Completo (Arquivo, Editar, Ajuda) 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2000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85920" y="1971720"/>
            <a:ext cx="11297880" cy="32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 aplicação possui um menu funcional com três seções obrigatórias: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Arquivo → Salvar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Força a gravação de todos os dados no JSON.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Editar → Editar Perfil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Permite mudar o nome do usuário.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Ajuda → Sobre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Exibe informações sobre o projeto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4633920" y="5400000"/>
            <a:ext cx="6600600" cy="50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Ferramentas e fontes consultadas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IntelliJ IDEA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Google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ChatGPT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LibreOffice/24.2.4.2$Windows_X86_64 LibreOffice_project/51a6219feb6075d9a4c46691dcfe0cd9c4fff3c2</Application>
  <AppVersion>15.0000</AppVersion>
  <Words>180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2025-11-17T21:21:42Z</dcterms:created>
  <dc:creator>FERNANDA DAGA</dc:creator>
  <dc:description/>
  <dc:language>en-US</dc:language>
  <cp:lastModifiedBy/>
  <dcterms:modified xsi:type="dcterms:W3CDTF">2025-11-19T08:58:42Z</dcterms:modified>
  <cp:revision>10</cp:revision>
  <dc:subject/>
  <dc:title>Programação Orientada a Objetos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