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0CD834-1FA2-428D-8AA1-C9519062A58B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3954C5-AA69-4623-BDF8-88C38474BCE9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exto e Títul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FA5F2-3354-4C82-A9E5-268DD3E7EFCC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7CB381-DFCC-4B4C-82D0-A238D9C888C1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814505-F5F2-4C97-8113-37B1055294DD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Editar estilos de texto Mestre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F6859E-A468-4D4A-9F28-838AE71CAA52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89C931-D7CF-45E9-94A7-C716544DF53F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1C5062-FA1D-4189-9A89-408F1F999E37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42769E-F2B9-4FF4-A8BF-CA23B4AB11FD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9F1525-C7F9-4BC3-9899-1AC431129ECE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b="0" lang="pt-B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014ECB-F39C-4499-A8B3-4BC83EF7C7AE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estilos de texto Mestre</a:t>
            </a:r>
            <a:endParaRPr b="0" lang="pt-B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C8B873-9582-4E14-AB24-87C11069AF16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Programação Orientada a Objetos </a:t>
            </a:r>
            <a:endParaRPr b="1" lang="pt-B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Um estudo sobre interfaces gráficas em Java Swing</a:t>
            </a:r>
            <a:br>
              <a:rPr sz="2400"/>
            </a:b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Aplicação no Discord</a:t>
            </a:r>
            <a:br>
              <a:rPr sz="2400"/>
            </a:b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Integrante: Fernanda Daga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Objetivo e Tecnologias</a:t>
            </a:r>
            <a:endParaRPr b="1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Objetivo:</a:t>
            </a:r>
            <a:br>
              <a:rPr sz="2800"/>
            </a:b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Criar uma interface gráfica inspirada no Discord, usando POO e persistência de dados.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Tecnologias: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Java 17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Swing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Gson (JSON)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Maven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Estrutura da Aplicação</a:t>
            </a:r>
            <a:endParaRPr b="1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pt-BR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Classes principais: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DiscordApp – Interface gráfica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AppState – Estado da aplicação + persistência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Server – Servidor, canais e mensagens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Componentes usados: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Jtree (servidores e canais)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JTable (mensagens)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Menus, diálogos e botões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Funcionalidades (5 Tarefas)</a:t>
            </a:r>
            <a:endParaRPr b="1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1- Selecionar servidor e canal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2- Exibir mensagens do canal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3- Enviar mensagens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4- Editar nome do perfil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5- Salvar/Carregar dados em JSON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Códigos Principais</a:t>
            </a:r>
            <a:endParaRPr b="1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8080" y="1690560"/>
            <a:ext cx="10515240" cy="480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Carregar/Salvar: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AppState.load();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appState.save();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Atualizar mensagens: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model.addRow(new Object[]{msg});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Selecionar canal: 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appState.setCurrent(server, channel);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Enviar mensagem: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appState.addMessage(profile + ": " + text);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Demonstração e Encerramento</a:t>
            </a:r>
            <a:endParaRPr b="1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575280" y="16902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FUNCIONALIDADE 1 — Navegação entre Servidores e Canais (Jtree)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usuário pode selecionar um servidor 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 um canal através da árvore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lateral (JTree). 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pt-BR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6826680" y="2341800"/>
            <a:ext cx="3276360" cy="301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FUNCIONALIDADE 2 — Envio de Mensagens no Canal Selecionado 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73920" y="17352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usuário pode digitar uma mensagem 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 campo inferior e clicar em Enviar.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mensagem aparece imediatamente 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na tabela de mensagens (JTable).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Cada canal mantém seu próprio histórico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independente. 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7235640" y="1829520"/>
            <a:ext cx="4023000" cy="2830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FUNCIONALIDADE 3 — Persistência de Dados em JSON (Gson) 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673920" y="17352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aplicação salva automaticamente: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mensagens enviadas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servidor e canal selecionados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nome do perfil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pt-BR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6431400" y="1890720"/>
            <a:ext cx="5421240" cy="332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FUNCIONALIDADE 4 — Edição do Perfil pelo Menu "Editar" → "Editar Perfil" 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756000" y="16902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56000" y="2026440"/>
            <a:ext cx="10854720" cy="455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usuário pode alterar o nome do perfil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através do menu superior.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nome atualizado passa a aparecer nas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mensagens enviadas.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novo nome também é salvo no arquivo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JSON automaticamente.</a:t>
            </a: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7462800" y="2160000"/>
            <a:ext cx="4147920" cy="3390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6f8fc"/>
            </a:gs>
            <a:gs pos="74000">
              <a:srgbClr val="abc0e4"/>
            </a:gs>
            <a:gs pos="83000">
              <a:srgbClr val="abc0e4"/>
            </a:gs>
            <a:gs pos="100000">
              <a:srgbClr val="c7d5e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FUNCIONALIDADE 5 — Menu Completo (Arquivo, Editar, Ajuda) 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385920" y="1971720"/>
            <a:ext cx="11298600" cy="479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aplicação possui um menu funcional com três seções obrigatórias: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Arquivo → Salvar 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Força a gravação de todos os dados no JSON.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Editar → Editar Perfil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Permite mudar o nome do usuário.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Ajuda → Sobre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Exibe informações sobre o projeto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4752000" y="2694960"/>
            <a:ext cx="6601320" cy="50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LibreOffice/25.2.5.2$Windows_X86_64 LibreOffice_project/03d19516eb2e1dd5d4ccd751a0d6f35f35e08022</Application>
  <AppVersion>15.0000</AppVersion>
  <Words>180</Words>
  <Paragraphs>35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2025-11-17T21:21:42Z</dcterms:created>
  <dc:creator>FERNANDA DAGA</dc:creator>
  <dc:description/>
  <dc:language>en-US</dc:language>
  <cp:lastModifiedBy/>
  <dcterms:modified xsi:type="dcterms:W3CDTF">2025-11-18T16:07:58Z</dcterms:modified>
  <cp:revision>7</cp:revision>
  <dc:subject/>
  <dc:title>Programação Orientada a Objetos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